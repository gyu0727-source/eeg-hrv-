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2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14798-57E3-6084-C574-6D28DF823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BB4552-4F63-465F-BD30-0C27502D6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434CF-4956-68E8-5B06-1D812F61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899DA-9031-8426-D0E7-569FCEB3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885F9A-E6E9-772F-70FD-A735ECB6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76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CF9D0-11BA-B993-F949-D73CCA30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776832-10D4-E941-4294-21A333215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3E78DE-BA1E-0AC5-4FC7-F7C82240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C2B480-3E34-2CB9-F181-EC2ECF7A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3D5EF2-D8B7-A1D5-133E-6A468691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57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86B45-8264-B644-5284-E4884AAD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7792D-67F7-205D-7833-2DEE4F2AF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ADD8B-D5F3-B631-0EAD-F56F45AE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0692F-C5EB-48F3-E6B2-C5E58FE3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6CDA22-9E15-3CAD-89BE-03BD12CD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005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FC4E3-0A5E-FE76-E7D7-60B5C88B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D6C92B-6087-3519-4AC4-83304B94B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AA9A36-3E83-5A28-CDF3-16E52A67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3CD395-C938-668A-3926-12B8CD8A6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37C2FC-93A7-09F6-8DE2-9108D60B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0D9E76-02DE-D2B8-3AAF-F676833C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56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62EAC-08C0-19BA-6EB5-355A23A8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AD15C4-CA42-C88B-08D6-D50793A83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243DA4-8D54-1DA9-682D-118956783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C4D879-6A22-7FE1-8CF4-CC5B70BAB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09E4D-C0D7-8DEC-E527-84FF90813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2C8F49-FBAC-A2BA-F290-A44ACF87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54D73B-345F-5E33-FA8B-3629D45E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85C90-9FBF-5DCC-8F72-8215597F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1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50C98-4D08-2BB8-DC63-17CF4C17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8F5B93-6EF6-F104-0978-D43E5B28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4597BA-395A-352E-6BAF-19CCA21E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E097BD-0F69-A7AB-0B49-A45FCE78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53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C00BD6-FB70-A219-9146-C7668D4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D94234-20D9-622C-4216-7A90AA91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27769-8C2F-907F-1914-D361517A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7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F993D-7304-D862-F826-EC9F35B4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7C8E8F-AED2-6883-F95A-2FEE274A6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ACCDFB-98EF-2B2A-0E5D-C28492805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6D4719-A5C9-D640-5806-579D6114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4BF437-9D49-979E-2A0B-7A9A3EB2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43523C-AEF4-301D-1D70-B3E5D576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47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7949E-99BB-AADB-DBB0-28853DE5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BB313E-823C-E38A-E6E3-F90F32C59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DF3651-3C05-6F59-3699-D45D0F3FA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06EC13-A9DA-CFA0-4315-F12BED85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B1E47-7663-9FC9-4032-709E2ECD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4AF21D-A42E-E998-0B8B-C82519C6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56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E7479-51EE-738E-C08A-0E56AA5C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C9CFE7-AD92-385E-53C3-5F0BF03BB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08E51-29E8-C675-086F-F3E3A417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DAFFB-E7BF-2EBF-DD44-02DB0A01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C7003-70ED-E59D-1D8F-7E6F4A0F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90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AE1F50-B11B-49DF-ABE0-83EDA58DE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D35718-806C-CA08-0953-5D4FE2C13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D9758-9EED-65D9-3CE1-06B3B529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EBA23C-F55C-D643-BC4D-6A3F8428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79AB4-3F3D-AE11-F70D-50EBDC9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85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5B1C91-DB04-1813-E7D9-7AF39455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A08823-8E75-25AB-2294-F75F831F4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5E027-8A71-0382-31C6-CEC50C639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1340E-11E1-4ECC-8CEC-61B14C25B20A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ECD99A-E85F-9722-F41D-4F609C28B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44DA6-831A-7C05-0150-3206BD49C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B0A-534B-4CE1-9D94-EEEACED8E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2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D1213C-5D1D-DD5E-5282-02E0CAF9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3472" y="704279"/>
            <a:ext cx="2139571" cy="28960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EC00C9-A77C-7CAA-5162-4BDA5FF3A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67" y="1082514"/>
            <a:ext cx="3934597" cy="21395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51E24E-78B1-DB08-2050-CB2625D37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884" y="1082514"/>
            <a:ext cx="2400601" cy="21395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E18942-000E-9CBB-4449-90E30C45B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279" y="1082514"/>
            <a:ext cx="2758922" cy="2139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F5D233-5B0A-9784-B169-5D7FBFA5F69E}"/>
              </a:ext>
            </a:extLst>
          </p:cNvPr>
          <p:cNvSpPr txBox="1"/>
          <p:nvPr/>
        </p:nvSpPr>
        <p:spPr>
          <a:xfrm>
            <a:off x="1114675" y="33073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식염수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AC240-4255-05FB-6031-5EBE6DFADD14}"/>
              </a:ext>
            </a:extLst>
          </p:cNvPr>
          <p:cNvSpPr txBox="1"/>
          <p:nvPr/>
        </p:nvSpPr>
        <p:spPr>
          <a:xfrm>
            <a:off x="3694462" y="3307321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Live stream</a:t>
            </a:r>
            <a:br>
              <a:rPr lang="en-US" altLang="ko-KR" dirty="0"/>
            </a:b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996C5-5BB9-6FBC-9E68-1AB6410EEC7E}"/>
              </a:ext>
            </a:extLst>
          </p:cNvPr>
          <p:cNvSpPr txBox="1"/>
          <p:nvPr/>
        </p:nvSpPr>
        <p:spPr>
          <a:xfrm>
            <a:off x="6254045" y="3278833"/>
            <a:ext cx="166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FFT Spectrum</a:t>
            </a:r>
            <a:br>
              <a:rPr lang="en-US" altLang="ko-KR" dirty="0"/>
            </a:br>
            <a:r>
              <a:rPr lang="en-US" altLang="ko-KR" dirty="0"/>
              <a:t>1~45Hz (CAR)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32AC8-4DD6-13A3-3ED4-A6FB39D4DC34}"/>
              </a:ext>
            </a:extLst>
          </p:cNvPr>
          <p:cNvSpPr txBox="1"/>
          <p:nvPr/>
        </p:nvSpPr>
        <p:spPr>
          <a:xfrm>
            <a:off x="9288147" y="330732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1~45Hz</a:t>
            </a:r>
            <a:r>
              <a:rPr lang="ko-KR" altLang="en-US" dirty="0"/>
              <a:t> </a:t>
            </a:r>
            <a:r>
              <a:rPr lang="en-US" altLang="ko-KR" dirty="0"/>
              <a:t>(CAR)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DCED1E5-0198-3C95-B75A-0F740A96A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1279" y="4086253"/>
            <a:ext cx="2758921" cy="213957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D054E57-A06F-AAED-72F9-44C3694E0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167" y="4086253"/>
            <a:ext cx="3934597" cy="213957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D510FD0-20E9-8198-B7ED-05E492E32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5884" y="4086253"/>
            <a:ext cx="2396283" cy="213572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D62C55D-BC89-089E-9A4A-E5BA6020F4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487818" y="3703674"/>
            <a:ext cx="2130883" cy="28960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66C50D-48AF-7BBA-7A2A-69FA95783CAB}"/>
              </a:ext>
            </a:extLst>
          </p:cNvPr>
          <p:cNvSpPr txBox="1"/>
          <p:nvPr/>
        </p:nvSpPr>
        <p:spPr>
          <a:xfrm>
            <a:off x="1065574" y="639373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외부 노출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C7CCDF-B9A0-B206-AD66-8C31AE7C5B1D}"/>
              </a:ext>
            </a:extLst>
          </p:cNvPr>
          <p:cNvSpPr txBox="1"/>
          <p:nvPr/>
        </p:nvSpPr>
        <p:spPr>
          <a:xfrm>
            <a:off x="3694462" y="6250001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Live stream</a:t>
            </a:r>
            <a:br>
              <a:rPr lang="en-US" altLang="ko-KR" dirty="0"/>
            </a:b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84DAE-31CE-CAA6-FBF1-497D6E0CB8CB}"/>
              </a:ext>
            </a:extLst>
          </p:cNvPr>
          <p:cNvSpPr txBox="1"/>
          <p:nvPr/>
        </p:nvSpPr>
        <p:spPr>
          <a:xfrm>
            <a:off x="6254045" y="6221513"/>
            <a:ext cx="166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FFT Spectrum</a:t>
            </a:r>
            <a:br>
              <a:rPr lang="en-US" altLang="ko-KR" dirty="0"/>
            </a:br>
            <a:r>
              <a:rPr lang="en-US" altLang="ko-KR" dirty="0"/>
              <a:t>1~45Hz (CAR)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A24175-60AB-12F1-C6D7-3DB945B4B75B}"/>
              </a:ext>
            </a:extLst>
          </p:cNvPr>
          <p:cNvSpPr txBox="1"/>
          <p:nvPr/>
        </p:nvSpPr>
        <p:spPr>
          <a:xfrm>
            <a:off x="9288147" y="625000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1~45Hz</a:t>
            </a:r>
            <a:r>
              <a:rPr lang="ko-KR" altLang="en-US" dirty="0"/>
              <a:t> </a:t>
            </a: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F985E-3F78-7C03-D141-C153FA727823}"/>
              </a:ext>
            </a:extLst>
          </p:cNvPr>
          <p:cNvSpPr txBox="1"/>
          <p:nvPr/>
        </p:nvSpPr>
        <p:spPr>
          <a:xfrm>
            <a:off x="5108110" y="33346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Muse</a:t>
            </a:r>
            <a:r>
              <a:rPr lang="ko-KR" altLang="en-US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303469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0D1213C-5D1D-DD5E-5282-02E0CAF9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3472" y="704279"/>
            <a:ext cx="2139571" cy="28960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EC00C9-A77C-7CAA-5162-4BDA5FF3A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67" y="1082514"/>
            <a:ext cx="3934597" cy="21395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51E24E-78B1-DB08-2050-CB2625D37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884" y="1082514"/>
            <a:ext cx="2400601" cy="21395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E18942-000E-9CBB-4449-90E30C45B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279" y="1082514"/>
            <a:ext cx="2758922" cy="2139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F5D233-5B0A-9784-B169-5D7FBFA5F69E}"/>
              </a:ext>
            </a:extLst>
          </p:cNvPr>
          <p:cNvSpPr txBox="1"/>
          <p:nvPr/>
        </p:nvSpPr>
        <p:spPr>
          <a:xfrm>
            <a:off x="1114675" y="33073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식염수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AC240-4255-05FB-6031-5EBE6DFADD14}"/>
              </a:ext>
            </a:extLst>
          </p:cNvPr>
          <p:cNvSpPr txBox="1"/>
          <p:nvPr/>
        </p:nvSpPr>
        <p:spPr>
          <a:xfrm>
            <a:off x="3694462" y="3307321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Live stream</a:t>
            </a:r>
            <a:br>
              <a:rPr lang="en-US" altLang="ko-KR" dirty="0"/>
            </a:b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996C5-5BB9-6FBC-9E68-1AB6410EEC7E}"/>
              </a:ext>
            </a:extLst>
          </p:cNvPr>
          <p:cNvSpPr txBox="1"/>
          <p:nvPr/>
        </p:nvSpPr>
        <p:spPr>
          <a:xfrm>
            <a:off x="6254045" y="3278833"/>
            <a:ext cx="166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FFT Spectrum</a:t>
            </a:r>
            <a:br>
              <a:rPr lang="en-US" altLang="ko-KR" dirty="0"/>
            </a:br>
            <a:r>
              <a:rPr lang="en-US" altLang="ko-KR" dirty="0"/>
              <a:t>1~45Hz (CAR)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32AC8-4DD6-13A3-3ED4-A6FB39D4DC34}"/>
              </a:ext>
            </a:extLst>
          </p:cNvPr>
          <p:cNvSpPr txBox="1"/>
          <p:nvPr/>
        </p:nvSpPr>
        <p:spPr>
          <a:xfrm>
            <a:off x="9288147" y="330732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1~45Hz</a:t>
            </a:r>
            <a:r>
              <a:rPr lang="ko-KR" altLang="en-US" dirty="0"/>
              <a:t> </a:t>
            </a: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66C50D-48AF-7BBA-7A2A-69FA95783CAB}"/>
              </a:ext>
            </a:extLst>
          </p:cNvPr>
          <p:cNvSpPr txBox="1"/>
          <p:nvPr/>
        </p:nvSpPr>
        <p:spPr>
          <a:xfrm>
            <a:off x="1156936" y="63885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회로직접연결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C7CCDF-B9A0-B206-AD66-8C31AE7C5B1D}"/>
              </a:ext>
            </a:extLst>
          </p:cNvPr>
          <p:cNvSpPr txBox="1"/>
          <p:nvPr/>
        </p:nvSpPr>
        <p:spPr>
          <a:xfrm>
            <a:off x="3694462" y="6250001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Live stream</a:t>
            </a:r>
            <a:br>
              <a:rPr lang="en-US" altLang="ko-KR" dirty="0"/>
            </a:b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84DAE-31CE-CAA6-FBF1-497D6E0CB8CB}"/>
              </a:ext>
            </a:extLst>
          </p:cNvPr>
          <p:cNvSpPr txBox="1"/>
          <p:nvPr/>
        </p:nvSpPr>
        <p:spPr>
          <a:xfrm>
            <a:off x="6254045" y="6221513"/>
            <a:ext cx="166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FFT Spectrum</a:t>
            </a:r>
            <a:br>
              <a:rPr lang="en-US" altLang="ko-KR" dirty="0"/>
            </a:br>
            <a:r>
              <a:rPr lang="en-US" altLang="ko-KR" dirty="0"/>
              <a:t>1~45Hz (CAR)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A24175-60AB-12F1-C6D7-3DB945B4B75B}"/>
              </a:ext>
            </a:extLst>
          </p:cNvPr>
          <p:cNvSpPr txBox="1"/>
          <p:nvPr/>
        </p:nvSpPr>
        <p:spPr>
          <a:xfrm>
            <a:off x="9288147" y="625000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1~45Hz</a:t>
            </a:r>
            <a:r>
              <a:rPr lang="ko-KR" altLang="en-US" dirty="0"/>
              <a:t> </a:t>
            </a:r>
            <a:r>
              <a:rPr lang="en-US" altLang="ko-KR" dirty="0"/>
              <a:t>(CAR)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F985E-3F78-7C03-D141-C153FA727823}"/>
              </a:ext>
            </a:extLst>
          </p:cNvPr>
          <p:cNvSpPr txBox="1"/>
          <p:nvPr/>
        </p:nvSpPr>
        <p:spPr>
          <a:xfrm>
            <a:off x="5108110" y="33346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Muse</a:t>
            </a:r>
            <a:r>
              <a:rPr lang="ko-KR" altLang="en-US" dirty="0"/>
              <a:t> 비교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403995-A26E-87FA-5F22-850B1C2AD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1279" y="4071116"/>
            <a:ext cx="2754605" cy="22095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6BD1ED-0D37-57EF-A5C8-85D5DF757C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167" y="4086253"/>
            <a:ext cx="3934596" cy="21395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FB071C-7527-283A-776F-0471DC760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9480" y="4086253"/>
            <a:ext cx="2400601" cy="213957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DAC88C2-D225-54D6-8E3C-53F1832B72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786" y="4071116"/>
            <a:ext cx="1896408" cy="220957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CDF4792-701B-C8A5-152A-24F8F82E53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937" y="4071116"/>
            <a:ext cx="1465213" cy="12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2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77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8043</dc:creator>
  <cp:lastModifiedBy>8043</cp:lastModifiedBy>
  <cp:revision>1</cp:revision>
  <dcterms:created xsi:type="dcterms:W3CDTF">2023-03-17T08:03:43Z</dcterms:created>
  <dcterms:modified xsi:type="dcterms:W3CDTF">2023-03-17T09:15:55Z</dcterms:modified>
</cp:coreProperties>
</file>